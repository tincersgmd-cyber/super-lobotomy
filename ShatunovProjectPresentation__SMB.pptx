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3EF1-4709-46E0-B05A-D56198BA92D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D4C7-3C2E-4109-A444-F3E148F01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08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3EF1-4709-46E0-B05A-D56198BA92D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D4C7-3C2E-4109-A444-F3E148F01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77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3EF1-4709-46E0-B05A-D56198BA92D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D4C7-3C2E-4109-A444-F3E148F01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25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3EF1-4709-46E0-B05A-D56198BA92D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D4C7-3C2E-4109-A444-F3E148F01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06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3EF1-4709-46E0-B05A-D56198BA92D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D4C7-3C2E-4109-A444-F3E148F01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3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3EF1-4709-46E0-B05A-D56198BA92D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D4C7-3C2E-4109-A444-F3E148F01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30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3EF1-4709-46E0-B05A-D56198BA92D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D4C7-3C2E-4109-A444-F3E148F01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42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3EF1-4709-46E0-B05A-D56198BA92D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D4C7-3C2E-4109-A444-F3E148F01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924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3EF1-4709-46E0-B05A-D56198BA92D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D4C7-3C2E-4109-A444-F3E148F01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22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3EF1-4709-46E0-B05A-D56198BA92D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D4C7-3C2E-4109-A444-F3E148F01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44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3EF1-4709-46E0-B05A-D56198BA92D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CD4C7-3C2E-4109-A444-F3E148F01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99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F3EF1-4709-46E0-B05A-D56198BA92D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CD4C7-3C2E-4109-A444-F3E148F01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91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B%D1%83%D0%B8%D0%B4%D0%B6%D0%B8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s://ru.wikipedia.org/wiki/%D0%9C%D0%B0%D1%80%D0%B8%D0%B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u.wikipedia.org/wiki/%D0%A1%D0%B0%D0%B9%D0%B4-%D1%81%D0%BA%D1%80%D0%BE%D0%BB%D0%BB%D0%B5%D1%80" TargetMode="External"/><Relationship Id="rId5" Type="http://schemas.openxmlformats.org/officeDocument/2006/relationships/hyperlink" Target="https://ru.wikipedia.org/wiki/%D0%91%D0%BE%D1%83%D0%B7%D0%B5%D1%80" TargetMode="External"/><Relationship Id="rId4" Type="http://schemas.openxmlformats.org/officeDocument/2006/relationships/hyperlink" Target="https://ru.wikipedia.org/wiki/%D0%9F%D1%80%D0%B8%D0%BD%D1%86%D0%B5%D1%81%D1%81%D0%B0_%D0%9F%D0%B8%D1%87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4%D0%BE%D0%BA%D1%82%D0%BE%D1%80_%D0%AD%D0%B3%D0%B3%D0%BC%D0%B0%D0%BD" TargetMode="External"/><Relationship Id="rId2" Type="http://schemas.openxmlformats.org/officeDocument/2006/relationships/hyperlink" Target="https://ru.wikipedia.org/wiki/%D0%A3%D1%80%D0%BE%D0%B2%D0%B5%D0%BD%D1%8C_(%D0%BA%D0%BE%D0%BC%D0%BF%D1%8C%D1%8E%D1%82%D0%B5%D1%80%D0%BD%D1%8B%D0%B5_%D0%B8%D0%B3%D1%80%D1%8B)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ru.wikipedia.org/wiki/%D0%9B%D0%B8%D0%BD%D0%B5%D0%B9%D0%BD%D0%BE%D1%81%D1%82%D1%8C_(%D0%BA%D0%BE%D0%BC%D0%BF%D1%8C%D1%8E%D1%82%D0%B5%D1%80%D0%BD%D1%8B%D0%B5_%D0%B8%D0%B3%D1%80%D1%8B)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792" y="493776"/>
            <a:ext cx="11411712" cy="3016187"/>
          </a:xfrm>
        </p:spPr>
        <p:txBody>
          <a:bodyPr>
            <a:noAutofit/>
          </a:bodyPr>
          <a:lstStyle/>
          <a:p>
            <a:r>
              <a:rPr lang="ru-RU" sz="4400" dirty="0"/>
              <a:t>Изучение возможностей среды разработки </a:t>
            </a:r>
            <a:r>
              <a:rPr lang="en-US" sz="4400" dirty="0" err="1"/>
              <a:t>PascalABC</a:t>
            </a:r>
            <a:r>
              <a:rPr lang="ru-RU" sz="4400" dirty="0"/>
              <a:t>.</a:t>
            </a:r>
            <a:r>
              <a:rPr lang="en-US" sz="4400" dirty="0"/>
              <a:t>NET </a:t>
            </a:r>
            <a:r>
              <a:rPr lang="ru-RU" sz="4400" dirty="0"/>
              <a:t>для приложения для сенсорного экрана на примере игры в </a:t>
            </a:r>
            <a:r>
              <a:rPr lang="ru-RU" sz="4400" dirty="0" smtClean="0"/>
              <a:t>жанре </a:t>
            </a:r>
            <a:r>
              <a:rPr lang="ru-RU" sz="4400" dirty="0" err="1" smtClean="0"/>
              <a:t>платформер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Шатунов Макар ИС25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3355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Введение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Ни для кого не секрет, что видеоигры прочно заняли свою позицию в современной индустрии развлечений. Первые примитивные компьютерные и видео игры были разработаны в 1950-х и 1960-х года. Одним из популярных направлений </a:t>
            </a:r>
            <a:r>
              <a:rPr lang="ru-RU" dirty="0" smtClean="0"/>
              <a:t>компьютерных и консольных </a:t>
            </a:r>
            <a:r>
              <a:rPr lang="ru-RU" dirty="0"/>
              <a:t>игр </a:t>
            </a:r>
            <a:r>
              <a:rPr lang="ru-RU" dirty="0" smtClean="0"/>
              <a:t>в 1980-1990-х являлись </a:t>
            </a:r>
            <a:r>
              <a:rPr lang="ru-RU" dirty="0" err="1" smtClean="0"/>
              <a:t>платформеры</a:t>
            </a:r>
            <a:r>
              <a:rPr lang="en-US" dirty="0" smtClean="0"/>
              <a:t>. </a:t>
            </a:r>
            <a:endParaRPr lang="ru-RU" dirty="0"/>
          </a:p>
          <a:p>
            <a:pPr marL="0" indent="0">
              <a:buNone/>
            </a:pPr>
            <a:r>
              <a:rPr lang="ru-RU" dirty="0" err="1" smtClean="0"/>
              <a:t>Платформер</a:t>
            </a:r>
            <a:r>
              <a:rPr lang="ru-RU" dirty="0"/>
              <a:t> — жанр компьютерных игр, </a:t>
            </a:r>
            <a:r>
              <a:rPr lang="ru-RU" dirty="0" smtClean="0"/>
              <a:t>характеризующийся медленным, но интересным и сложным(в основном) </a:t>
            </a:r>
            <a:r>
              <a:rPr lang="ru-RU" dirty="0" err="1" smtClean="0"/>
              <a:t>геймплеем</a:t>
            </a:r>
            <a:r>
              <a:rPr lang="ru-RU" dirty="0" smtClean="0"/>
              <a:t>, состоящий из передвижения игрока по уровню.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46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и задачи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Цель</a:t>
            </a:r>
            <a:r>
              <a:rPr lang="en-US" dirty="0"/>
              <a:t>: </a:t>
            </a:r>
            <a:r>
              <a:rPr lang="ru-RU" dirty="0"/>
              <a:t>Познакомиться с основными этапами разработки программного продукта в процессе создания интерактивного приложения в среде </a:t>
            </a:r>
            <a:r>
              <a:rPr lang="en-US" dirty="0"/>
              <a:t>PascalABC.NET</a:t>
            </a:r>
            <a:r>
              <a:rPr lang="ru-RU" dirty="0"/>
              <a:t>. Применить изученные средства программирования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Задачи</a:t>
            </a:r>
            <a:r>
              <a:rPr lang="en-US" dirty="0"/>
              <a:t>: </a:t>
            </a:r>
            <a:r>
              <a:rPr lang="ru-RU" dirty="0"/>
              <a:t>Самостоятельно спроектировать игру в </a:t>
            </a:r>
            <a:r>
              <a:rPr lang="ru-RU" dirty="0" smtClean="0"/>
              <a:t>жанре </a:t>
            </a:r>
            <a:r>
              <a:rPr lang="en-US" dirty="0" smtClean="0"/>
              <a:t>“Super Mario Brothers” </a:t>
            </a:r>
            <a:r>
              <a:rPr lang="ru-RU" dirty="0" smtClean="0"/>
              <a:t>или </a:t>
            </a:r>
            <a:r>
              <a:rPr lang="en-US" dirty="0" smtClean="0"/>
              <a:t>“Sonic the Hedgehog”.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865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 smtClean="0"/>
              <a:t>Примеры </a:t>
            </a:r>
            <a:r>
              <a:rPr lang="ru-RU" sz="4400" dirty="0" err="1" smtClean="0"/>
              <a:t>платформеров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53035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Super Mario Bros.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632448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Игрок, управляя </a:t>
            </a:r>
            <a:r>
              <a:rPr lang="ru-RU" dirty="0">
                <a:hlinkClick r:id="rId2" tooltip="Марио"/>
              </a:rPr>
              <a:t>Марио</a:t>
            </a:r>
            <a:r>
              <a:rPr lang="ru-RU" dirty="0"/>
              <a:t> или его братом </a:t>
            </a:r>
            <a:r>
              <a:rPr lang="ru-RU" dirty="0" err="1">
                <a:hlinkClick r:id="rId3" tooltip="Луиджи"/>
              </a:rPr>
              <a:t>Луиджи</a:t>
            </a:r>
            <a:r>
              <a:rPr lang="ru-RU" dirty="0"/>
              <a:t>, исследует Грибное королевство и спасает </a:t>
            </a:r>
            <a:r>
              <a:rPr lang="ru-RU" dirty="0">
                <a:hlinkClick r:id="rId4" tooltip="Принцесса Пич"/>
              </a:rPr>
              <a:t>принцессу </a:t>
            </a:r>
            <a:r>
              <a:rPr lang="ru-RU" dirty="0" err="1">
                <a:hlinkClick r:id="rId4" tooltip="Принцесса Пич"/>
              </a:rPr>
              <a:t>Тоудстул</a:t>
            </a:r>
            <a:r>
              <a:rPr lang="ru-RU" dirty="0"/>
              <a:t> от Короля Купы (позднее получившего имя </a:t>
            </a:r>
            <a:r>
              <a:rPr lang="ru-RU" dirty="0" err="1">
                <a:hlinkClick r:id="rId5" tooltip="Боузер"/>
              </a:rPr>
              <a:t>Боузер</a:t>
            </a:r>
            <a:r>
              <a:rPr lang="ru-RU" dirty="0"/>
              <a:t>). Для этого ему необходимо проходить уровни </a:t>
            </a:r>
            <a:r>
              <a:rPr lang="ru-RU" dirty="0">
                <a:hlinkClick r:id="rId6" tooltip="Сайд-скроллер"/>
              </a:rPr>
              <a:t>с видом сбоку</a:t>
            </a:r>
            <a:r>
              <a:rPr lang="ru-RU" dirty="0"/>
              <a:t>, избегая препятствий и врагов с помощью таких бонусов, как </a:t>
            </a:r>
            <a:r>
              <a:rPr lang="ru-RU" dirty="0" err="1"/>
              <a:t>супергриб</a:t>
            </a:r>
            <a:r>
              <a:rPr lang="ru-RU" dirty="0"/>
              <a:t>, огненный цветок и суперзвезда.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920612"/>
            <a:ext cx="3305360" cy="473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Sonic the Hedgehog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272" y="1789049"/>
            <a:ext cx="7656576" cy="4351338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ru-RU" sz="2800" dirty="0"/>
              <a:t>В большинстве частей франшизы персонажу требуется пройти несколько </a:t>
            </a:r>
            <a:r>
              <a:rPr lang="ru-RU" sz="2800" dirty="0">
                <a:hlinkClick r:id="rId2" tooltip="Уровень (компьютерные игры)"/>
              </a:rPr>
              <a:t>уровней</a:t>
            </a:r>
            <a:r>
              <a:rPr lang="ru-RU" sz="2800" dirty="0"/>
              <a:t>, по пути уничтожая врагов и собирая золотые кольца. Сюжет, как правило, повествует о приключениях </a:t>
            </a:r>
            <a:r>
              <a:rPr lang="ru-RU" sz="2800" dirty="0" err="1"/>
              <a:t>Соника</a:t>
            </a:r>
            <a:r>
              <a:rPr lang="ru-RU" sz="2800" dirty="0"/>
              <a:t>, который, вместе со своей командой друзей, спасает планету от захвата и порабощения </a:t>
            </a:r>
            <a:r>
              <a:rPr lang="ru-RU" sz="2800" dirty="0">
                <a:hlinkClick r:id="rId3" tooltip="Доктор Эггман"/>
              </a:rPr>
              <a:t>доктором </a:t>
            </a:r>
            <a:r>
              <a:rPr lang="ru-RU" sz="2800" dirty="0" err="1">
                <a:hlinkClick r:id="rId3" tooltip="Доктор Эггман"/>
              </a:rPr>
              <a:t>Эггманом</a:t>
            </a:r>
            <a:r>
              <a:rPr lang="ru-RU" sz="2800" dirty="0"/>
              <a:t>. За редким исключением, история всех частей абсолютно </a:t>
            </a:r>
            <a:r>
              <a:rPr lang="ru-RU" sz="2800" dirty="0">
                <a:hlinkClick r:id="rId4" tooltip="Линейность (компьютерные игры)"/>
              </a:rPr>
              <a:t>линейна</a:t>
            </a:r>
            <a:r>
              <a:rPr lang="ru-RU" sz="2800" dirty="0"/>
              <a:t>: действия игрока никак не могут повлиять на его развитие.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3429000"/>
            <a:ext cx="3630660" cy="24474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2807" y="1387530"/>
            <a:ext cx="2800741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31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других игр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Анализ других игр в стиле аркада позволяет выделить следующие основные признаки </a:t>
            </a:r>
            <a:r>
              <a:rPr lang="ru-RU" dirty="0" err="1" smtClean="0"/>
              <a:t>платформеров</a:t>
            </a:r>
            <a:r>
              <a:rPr lang="en-US" dirty="0" smtClean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 smtClean="0"/>
              <a:t>Игра на одном экране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 smtClean="0"/>
              <a:t>Игра конечна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 smtClean="0"/>
              <a:t>Игровой счёт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 smtClean="0"/>
              <a:t>Есть простой сюжет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09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игры</a:t>
            </a:r>
            <a:r>
              <a:rPr lang="en-US" dirty="0" smtClean="0"/>
              <a:t>: </a:t>
            </a:r>
            <a:r>
              <a:rPr lang="ru-RU" dirty="0" smtClean="0"/>
              <a:t>начальный экран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2252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На начальном экране игрок видит кол-во своих жизней, очков, монет, название уровня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541" y="2214756"/>
            <a:ext cx="5788806" cy="310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5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проекта</a:t>
            </a:r>
            <a:r>
              <a:rPr lang="en-US" dirty="0" smtClean="0"/>
              <a:t>:</a:t>
            </a:r>
            <a:r>
              <a:rPr lang="ru-RU" dirty="0" smtClean="0"/>
              <a:t> игровое окно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846064" cy="4351338"/>
          </a:xfrm>
        </p:spPr>
        <p:txBody>
          <a:bodyPr/>
          <a:lstStyle/>
          <a:p>
            <a:r>
              <a:rPr lang="ru-RU" dirty="0"/>
              <a:t>В этом окне происходит сама игра. Также справа пользователь может видеть свой </a:t>
            </a:r>
            <a:r>
              <a:rPr lang="ru-RU" dirty="0" smtClean="0"/>
              <a:t>счёт, название уровня и </a:t>
            </a:r>
            <a:r>
              <a:rPr lang="ru-RU" dirty="0"/>
              <a:t>лучший результат</a:t>
            </a:r>
            <a:r>
              <a:rPr lang="ru-RU" dirty="0" smtClean="0"/>
              <a:t>.</a:t>
            </a:r>
            <a:endParaRPr lang="ru-RU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092" y="3049462"/>
            <a:ext cx="6769543" cy="358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61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проекта</a:t>
            </a:r>
            <a:r>
              <a:rPr lang="en-US" dirty="0" smtClean="0"/>
              <a:t>:</a:t>
            </a:r>
            <a:r>
              <a:rPr lang="ru-RU" dirty="0" smtClean="0"/>
              <a:t> финальное окно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27192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финальном окне пользователь видит свой финальный счёт и лучший результат(если финальный счёт больше лучшего результата то вместо лучшего результата выводится надпись </a:t>
            </a:r>
            <a:r>
              <a:rPr lang="en-US" dirty="0" smtClean="0"/>
              <a:t>“New</a:t>
            </a:r>
            <a:r>
              <a:rPr lang="ru-RU" dirty="0" smtClean="0"/>
              <a:t> </a:t>
            </a:r>
            <a:r>
              <a:rPr lang="en-US" dirty="0" smtClean="0"/>
              <a:t>best</a:t>
            </a:r>
            <a:r>
              <a:rPr lang="ru-RU" dirty="0" smtClean="0"/>
              <a:t>!</a:t>
            </a:r>
            <a:r>
              <a:rPr lang="en-US" dirty="0"/>
              <a:t>”</a:t>
            </a:r>
            <a:r>
              <a:rPr lang="ru-RU" dirty="0"/>
              <a:t>).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495" y="3049818"/>
            <a:ext cx="5541995" cy="312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Управление в игре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126992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Управление </a:t>
            </a:r>
            <a:r>
              <a:rPr lang="ru-RU"/>
              <a:t>осуществляется </a:t>
            </a:r>
            <a:r>
              <a:rPr lang="ru-RU" smtClean="0"/>
              <a:t>клавишей </a:t>
            </a:r>
            <a:r>
              <a:rPr lang="en-US" smtClean="0"/>
              <a:t>Space</a:t>
            </a:r>
            <a:endParaRPr lang="en-US" dirty="0"/>
          </a:p>
        </p:txBody>
      </p:sp>
      <p:pic>
        <p:nvPicPr>
          <p:cNvPr id="4" name="Picture 3" descr="https://www.tulapressa.ru/wp-content/uploads/2020/04/06/la-nintendo-mini-arrasa-la-ps4-pierde-terreno-31-1300x91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862" y="1215945"/>
            <a:ext cx="4636042" cy="3273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366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Правила взаимодействия объектов игры и </a:t>
            </a:r>
            <a:br>
              <a:rPr lang="ru-RU" dirty="0" smtClean="0"/>
            </a:br>
            <a:r>
              <a:rPr lang="ru-RU" dirty="0" smtClean="0"/>
              <a:t>подсчёта очков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игре присутствует </a:t>
            </a:r>
            <a:r>
              <a:rPr lang="en-US" dirty="0" smtClean="0"/>
              <a:t>1</a:t>
            </a:r>
            <a:r>
              <a:rPr lang="ru-RU" dirty="0" smtClean="0"/>
              <a:t> враг. Задача </a:t>
            </a:r>
            <a:r>
              <a:rPr lang="ru-RU" dirty="0"/>
              <a:t>игрока как можно дольше </a:t>
            </a:r>
            <a:r>
              <a:rPr lang="ru-RU" dirty="0" err="1"/>
              <a:t>уворачиваться</a:t>
            </a:r>
            <a:r>
              <a:rPr lang="ru-RU" dirty="0"/>
              <a:t> от </a:t>
            </a:r>
            <a:r>
              <a:rPr lang="ru-RU" dirty="0" smtClean="0"/>
              <a:t>врагов и прыгать на них.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Очки </a:t>
            </a:r>
            <a:r>
              <a:rPr lang="ru-RU" dirty="0" smtClean="0"/>
              <a:t>прибавляются</a:t>
            </a:r>
            <a:r>
              <a:rPr lang="ru-RU" dirty="0"/>
              <a:t> </a:t>
            </a:r>
            <a:r>
              <a:rPr lang="ru-RU" dirty="0" smtClean="0"/>
              <a:t>за победу над врагами.</a:t>
            </a:r>
            <a:endParaRPr lang="ru-RU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787" r="5670"/>
          <a:stretch/>
        </p:blipFill>
        <p:spPr>
          <a:xfrm>
            <a:off x="8065008" y="3122819"/>
            <a:ext cx="3465577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49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 игровых сцен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4830"/>
            <a:ext cx="6769543" cy="35892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889" y="1888174"/>
            <a:ext cx="4251269" cy="225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0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Изучение возможностей среды разработки </a:t>
            </a:r>
            <a:r>
              <a:rPr lang="en-US" sz="4000" dirty="0" err="1"/>
              <a:t>PascalABC</a:t>
            </a:r>
            <a:r>
              <a:rPr lang="ru-RU" sz="4000" dirty="0"/>
              <a:t>.</a:t>
            </a:r>
            <a:r>
              <a:rPr lang="en-US" sz="4000" dirty="0"/>
              <a:t>NET </a:t>
            </a:r>
            <a:r>
              <a:rPr lang="ru-RU" sz="4000" dirty="0"/>
              <a:t>для приложения для сенсорного экрана на примере игры в </a:t>
            </a:r>
            <a:r>
              <a:rPr lang="ru-RU" sz="4000" dirty="0" smtClean="0"/>
              <a:t>жанре </a:t>
            </a:r>
            <a:r>
              <a:rPr lang="ru-RU" sz="4000" dirty="0" err="1" smtClean="0"/>
              <a:t>платформер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Шатунов Макар ИС25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26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446</Words>
  <Application>Microsoft Office PowerPoint</Application>
  <PresentationFormat>Widescreen</PresentationFormat>
  <Paragraphs>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Изучение возможностей среды разработки PascalABC.NET для приложения для сенсорного экрана на примере игры в жанре платформер</vt:lpstr>
      <vt:lpstr>Введение</vt:lpstr>
      <vt:lpstr>Цель и задачи </vt:lpstr>
      <vt:lpstr>Примеры платформеров</vt:lpstr>
      <vt:lpstr>Super Mario Bros.</vt:lpstr>
      <vt:lpstr>Sonic the Hedgehog</vt:lpstr>
      <vt:lpstr>Анализ других игр</vt:lpstr>
      <vt:lpstr>Структура игры: начальный экран</vt:lpstr>
      <vt:lpstr>Структура проекта: игровое окно</vt:lpstr>
      <vt:lpstr>Структура проекта: финальное окно</vt:lpstr>
      <vt:lpstr>Управление в игре</vt:lpstr>
      <vt:lpstr>Правила взаимодействия объектов игры и  подсчёта очков</vt:lpstr>
      <vt:lpstr>Примеры игровых сцен</vt:lpstr>
      <vt:lpstr>Изучение возможностей среды разработки PascalABC.NET для приложения для сенсорного экрана на примере игры в жанре платформер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Lobotom Brothers</dc:title>
  <dc:creator>student</dc:creator>
  <cp:lastModifiedBy>student</cp:lastModifiedBy>
  <cp:revision>18</cp:revision>
  <dcterms:created xsi:type="dcterms:W3CDTF">2026-03-31T06:04:57Z</dcterms:created>
  <dcterms:modified xsi:type="dcterms:W3CDTF">2026-05-19T07:10:56Z</dcterms:modified>
</cp:coreProperties>
</file>